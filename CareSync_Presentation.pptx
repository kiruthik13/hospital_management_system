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1947672"/>
          </a:xfrm>
          <a:prstGeom prst="rect">
            <a:avLst/>
          </a:prstGeom>
          <a:solidFill>
            <a:srgbClr val="1E40A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54864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CareSync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1280160"/>
            <a:ext cx="3291840" cy="320040"/>
          </a:xfrm>
          <a:prstGeom prst="roundRect">
            <a:avLst>
              <a:gd name="adj" fmla="val 48571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</a:rPr>
              <a:t>HOSPITAL MANAGEMENT 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CareSync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</a:rPr>
              <a:t>Hospital Appointment Booking System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React 18 + Vite  •  Node.js + Express  •  MongoDB Atlas  •  Tailwind CSS v4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Full-Stack Web Application  |  Role-Based Portal System  |  v2.1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8404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3 Role Portals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38404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JWT Auth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8404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Email + PDF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Challenges in Traditional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737360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Manual Scheduling Overhead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Paper-based systems cause delays and double bookings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68880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High No-Show Rates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automated reminders lead to missed consultations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00400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Poor Doctor Discovery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Patients cannot filter by specialty, day or fee range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931920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4904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No Digital Receipts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Lack of automated billing and appointment records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 CareSync Objectives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4630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7373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55448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Self-Service Patient Portal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Frictionless booking with 4-step guided wizard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4688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Automated Notifications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Email alerts for every booking and cancellation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2004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Advanced Doctor Search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5-way live filter — name, specialty, day, fee, rating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6576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9319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74904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Digital PDF Receipts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3977640"/>
            <a:ext cx="3566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Client-side jsPDF receipts — no server needed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Backend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61872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307592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React 18 + Vite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490472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UI framework and fast build tool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92224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792224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837944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Tailwind CSS v4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020824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Utility-first styling with custom design tokens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22576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68296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Recharts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551176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dashboard analytics and data visualization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5292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52928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898648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react-calendar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081528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Interactive appointment calendar with dot indicators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383280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383280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jsPDF + autotable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611880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Client-side PDF receipt generation (A4)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913632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913632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959352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Axios + React Router v6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142232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API client with JWT interceptor and routing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26187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261872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307592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Node.js + Express.js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1490472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RESTful API server and routing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179222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1792224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1837944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MongoDB + Mongoose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2020824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Document database with ODM schema validation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322576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322576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2368296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JWT + bcryptjs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2551176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Stateless auth tokens and password hashing (10 rounds)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285292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2852928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898648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Nodemailer v2.1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3081528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SMTP email with TLS fix and startup verification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38328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383280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342900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dotenv + CORS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361188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Environment config and cross-origin security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91363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913632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3959352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Nodemon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92040" y="4142232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Auto-reload dev server for rapid iteration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219456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1945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TIER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426464"/>
            <a:ext cx="19202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26464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Patient Portal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React 18 + Vite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157984"/>
            <a:ext cx="19202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57984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Doctor Portal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React Router v6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19202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9504"/>
            <a:ext cx="1920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Admin Portal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Tailwind CSS v4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594360" cy="228600"/>
          </a:xfrm>
          <a:prstGeom prst="roundRect">
            <a:avLst>
              <a:gd name="adj" fmla="val 40000"/>
            </a:avLst>
          </a:prstGeom>
          <a:solidFill>
            <a:srgbClr val="BFDBF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840480"/>
            <a:ext cx="594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Recharts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161288" y="3840480"/>
            <a:ext cx="594360" cy="228600"/>
          </a:xfrm>
          <a:prstGeom prst="roundRect">
            <a:avLst>
              <a:gd name="adj" fmla="val 40000"/>
            </a:avLst>
          </a:prstGeom>
          <a:solidFill>
            <a:srgbClr val="BFDBFE"/>
          </a:solidFill>
          <a:ln/>
        </p:spPr>
      </p:sp>
      <p:sp>
        <p:nvSpPr>
          <p:cNvPr id="18" name="Text 16"/>
          <p:cNvSpPr/>
          <p:nvPr/>
        </p:nvSpPr>
        <p:spPr>
          <a:xfrm>
            <a:off x="1161288" y="3840480"/>
            <a:ext cx="594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jsPDF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819656" y="3840480"/>
            <a:ext cx="594360" cy="228600"/>
          </a:xfrm>
          <a:prstGeom prst="roundRect">
            <a:avLst>
              <a:gd name="adj" fmla="val 40000"/>
            </a:avLst>
          </a:prstGeom>
          <a:solidFill>
            <a:srgbClr val="BFDBFE"/>
          </a:solidFill>
          <a:ln/>
        </p:spPr>
      </p:sp>
      <p:sp>
        <p:nvSpPr>
          <p:cNvPr id="20" name="Text 18"/>
          <p:cNvSpPr/>
          <p:nvPr/>
        </p:nvSpPr>
        <p:spPr>
          <a:xfrm>
            <a:off x="1819656" y="3840480"/>
            <a:ext cx="594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react-calendar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60320" y="2743200"/>
            <a:ext cx="640080" cy="18288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2514600" y="2514600"/>
            <a:ext cx="7315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HTTPS / JWT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0" y="1005840"/>
            <a:ext cx="2560320" cy="347472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005840"/>
            <a:ext cx="256032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TIER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142646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426464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Auth 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JWT + bcrypt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202996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029968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Doctor 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CRUD + slots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263347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633472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Appointment 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Book + cancel + email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37560" y="3236976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236976"/>
            <a:ext cx="22860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Department Controller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Specialty CRUD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7560" y="4023360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BBF7D0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verifyToken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0" y="4023360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BBF7D0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0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requireRole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892040" y="4023360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BBF7D0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errorHandler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0720" y="274320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Mongoose ODM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035040" y="1005840"/>
            <a:ext cx="2743200" cy="3474720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1005840"/>
            <a:ext cx="2743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TIER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1426464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1426464"/>
            <a:ext cx="24231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email, role, bcrypt hash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2066544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066544"/>
            <a:ext cx="24231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Doctors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specialty, slots, fee, rating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72200" y="2706624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706624"/>
            <a:ext cx="24231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Appointments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patient, doctor, date, status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2200" y="3346704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3346704"/>
            <a:ext cx="24231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Departments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name, icon, description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72200" y="4069080"/>
            <a:ext cx="2423160" cy="256032"/>
          </a:xfrm>
          <a:prstGeom prst="roundRect">
            <a:avLst>
              <a:gd name="adj" fmla="val 35714"/>
            </a:avLst>
          </a:prstGeom>
          <a:solidFill>
            <a:srgbClr val="FBBF24"/>
          </a:solidFill>
          <a:ln/>
        </p:spPr>
      </p:sp>
      <p:sp>
        <p:nvSpPr>
          <p:cNvPr id="54" name="Text 52"/>
          <p:cNvSpPr/>
          <p:nvPr/>
        </p:nvSpPr>
        <p:spPr>
          <a:xfrm>
            <a:off x="6172200" y="4069080"/>
            <a:ext cx="2423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350F"/>
                </a:solidFill>
              </a:rPr>
              <a:t>MongoDB Atlas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651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PATIENT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Register freely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Book appointments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Download receipts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60120"/>
            <a:ext cx="26517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DOCTOR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417320"/>
            <a:ext cx="54864" cy="548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Register freely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1645920"/>
            <a:ext cx="54864" cy="548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View schedule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1874520"/>
            <a:ext cx="54864" cy="548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Mark appointments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9601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960120"/>
            <a:ext cx="2651760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ADMIN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417320"/>
            <a:ext cx="54864" cy="5486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caresync@gmail.com ONLY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645920"/>
            <a:ext cx="54864" cy="5486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Cannot register publicly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1874520"/>
            <a:ext cx="54864" cy="5486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Full system access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Login Security Flow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2834640"/>
            <a:ext cx="20116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Email + Password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77440" y="2834640"/>
            <a:ext cx="182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0" y="2834640"/>
            <a:ext cx="228600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bcrypt.compare()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2834640"/>
            <a:ext cx="182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834640"/>
            <a:ext cx="228600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JWT Token (7d)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2834640"/>
            <a:ext cx="182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0" y="2834640"/>
            <a:ext cx="13716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Dashboard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337560"/>
            <a:ext cx="201168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caresync@gmail.com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377440" y="3337560"/>
            <a:ext cx="182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60320" y="3337560"/>
            <a:ext cx="228600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0" name="Text 48"/>
          <p:cNvSpPr/>
          <p:nvPr/>
        </p:nvSpPr>
        <p:spPr>
          <a:xfrm>
            <a:off x="256032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Email === caresync?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3337560"/>
            <a:ext cx="365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→ YES →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212080" y="3337560"/>
            <a:ext cx="210312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Admin JWT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0" y="3337560"/>
            <a:ext cx="182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49808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/admin/dashboard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3840480"/>
            <a:ext cx="201168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other@email.com + admin role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377440" y="3840480"/>
            <a:ext cx="182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560320" y="3840480"/>
            <a:ext cx="228600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403 Unauthorized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00800" y="3291840"/>
            <a:ext cx="246888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Register Guard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0080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role: admin → 403 Forbidden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Only patient/doctor allowed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—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FindDoctors.jsx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5-Way Doctor Search &amp; Filter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Name Search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3736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Specialty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17520" y="164592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Available Day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Fee Range ₹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2011680"/>
            <a:ext cx="118872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Sort: Rating/Fee/Exp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AND-logic live filtering — no page reload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960120"/>
            <a:ext cx="41148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BookAppointment.jsx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4-Step Booking Wizard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1 Specialty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77840" y="1737360"/>
            <a:ext cx="137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173736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2 Doctor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37960" y="1737360"/>
            <a:ext cx="137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173736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3 Schedule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737360"/>
            <a:ext cx="137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173736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4 Confirm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0" y="2377440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Slot conflict check before saving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27432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2743200"/>
            <a:ext cx="41148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743200"/>
            <a:ext cx="4114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AppointmentCalendar.jsx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Interactive Appointment Calendar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474720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Confirmed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11680" y="35204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2194560" y="3474720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Completed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3840480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Cancelled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011680" y="3886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2194560" y="3840480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Pending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160520"/>
            <a:ext cx="3931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Click any date to see appointment details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7432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2743200"/>
            <a:ext cx="411480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4663440" y="2743200"/>
            <a:ext cx="4114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generateReceipt.js (jsPDF)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PDF Appointment Receipt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00600" y="3429000"/>
            <a:ext cx="38404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3429000"/>
            <a:ext cx="384048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3429000"/>
            <a:ext cx="3840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CareSync  Hospital Appointment Receipt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89204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Patient Name  |  Dr. Rajesh Gupta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Date  |  2024-06-23  |  Slot: 09:30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Fee   |  Rs. 800     |  CONFIRMED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92040" y="4160520"/>
            <a:ext cx="36576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Thank you for choosing CareSync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&amp; Admin Portals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Doctor Portal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53312"/>
            <a:ext cx="228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Today's Schedule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Filterable daily consultation list with patient details and time slots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67712"/>
            <a:ext cx="228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Appointment Calendar 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3347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react-calendar with colored status dots — click date for detail panel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82112"/>
            <a:ext cx="228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Status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54787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 as Completed or No-Show — PATCH /api/appointments/:id/status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02336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Email on New Booking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Doctor receives: 📅 New Appointment Scheduled — CareSync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Sent via Nodemailer — non-blocking try/catch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18288" cy="41148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Admin Portal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35331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353312"/>
            <a:ext cx="228600" cy="8229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Specialty Department CRUD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Create, edit departments with emoji icons and descriptions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26771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267712"/>
            <a:ext cx="228600" cy="8229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Doctor Registry Management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63347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Add, edit, deactivate/activate doctor profiles — fee, slots, specialty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18211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182112"/>
            <a:ext cx="228600" cy="8229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All Appointments View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54787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Hospital-wide appointment log with tab filter by status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114800"/>
            <a:ext cx="402336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160520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3 Live Recharts Analytics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434840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434840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1C1C"/>
                </a:solidFill>
              </a:rPr>
              <a:t>Pie — Status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80760" y="4434840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4434840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1C1C"/>
                </a:solidFill>
              </a:rPr>
              <a:t>Area — Weekly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15200" y="4434840"/>
            <a:ext cx="1143000" cy="274320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4434840"/>
            <a:ext cx="1143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1C1C"/>
                </a:solidFill>
              </a:rPr>
              <a:t>Bar — Doctors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System — Nodemailer v2.1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2560320" cy="292608"/>
          </a:xfrm>
          <a:prstGeom prst="roundRect">
            <a:avLst>
              <a:gd name="adj" fmla="val 31250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smtp.gmail.com : 587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292608"/>
          </a:xfrm>
          <a:prstGeom prst="roundRect">
            <a:avLst>
              <a:gd name="adj" fmla="val 31250"/>
            </a:avLst>
          </a:prstGeom>
          <a:solidFill>
            <a:srgbClr val="FEF9C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D0E"/>
                </a:solidFill>
              </a:rPr>
              <a:t>TLS rejectUnauthorized: false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56032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transporter.verify() on startup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664208"/>
            <a:ext cx="26517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Patient Confirmation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103120"/>
            <a:ext cx="2432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✅ Appointment Confirmed — CareSync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Doctor:     Dr. Rajesh Gupta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Specialty:  Cardiology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Date:       2024-06-23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Slot:       09:30 AM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Fee:        Rs. 800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2286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Thank you for choosing CareSync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46120" y="1664208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664208"/>
            <a:ext cx="26517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📅  Doctor Notification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2103120"/>
            <a:ext cx="2432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📅 New Appointment Scheduled — CareSync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29000" y="242316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Patient:  Rahul Sharma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Date:     2024-06-23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Slot:     09:30 AM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Action:   Please be available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29000" y="3840480"/>
            <a:ext cx="2286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CareSync Hospital System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26480" y="1664208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664208"/>
            <a:ext cx="2651760" cy="34747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Cancellation Email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36208" y="2103120"/>
            <a:ext cx="2432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❌ Appointment Cancelled — CareSync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242316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Doctor:  Dr. Rajesh Gupta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Date:    2024-06-23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Slot:    09:30 AM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Note:    Book a new slot anytime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3840480"/>
            <a:ext cx="2286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We hope to see you soon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97680"/>
            <a:ext cx="822960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⚡ Resilient Design: Email failures are wrapped in try/catch — mail server outages NEVER interrupt booking or cancellation API responses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Users Collection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749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_id          ObjectId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name         String, required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email        String, unique, required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password     String, bcrypt 10 rounds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phone       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role         Enum: patient | doctor | admin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timestamps   createdAt, updatedAt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Doctors Collection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749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_id              ObjectId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userId           Ref: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name            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department       Ref: Departments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experience       Number (years)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rating           Number (default 4.5)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consultationFee  Number (₹)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availableDays    [String] array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timeSlots        [String] array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isActive         Boolean (default true)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Appointments Collection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3749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_id          ObjectId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patient      Ref: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doctor       Ref: Doctors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department   Ref: Departments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date         String (YYYY-MM-DD)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slot         String (HH:MM)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status       Enum: confirmed | completed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             cancelled | pending | no-show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notes        String (optional)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patientName  String (denormalized)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71800"/>
            <a:ext cx="411480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Departments Collection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749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_id           ObjectId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name          String, required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icon          String (emoji)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description  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timestamps    createdAt, updatedAt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4251960"/>
            <a:ext cx="38404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Appointment Status Flow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4480560"/>
            <a:ext cx="36576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confirmed → completed / no-show / cancelled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Reference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91440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Endpoint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161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2161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POST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80160" y="11887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/auth/register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0" y="11887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Public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417320"/>
            <a:ext cx="4114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4447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4447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POST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8016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/auth/login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52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Public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164592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6733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733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GET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8016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/auth/me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Bearer 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91440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91440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Endpoint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Access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18872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2161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2161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POST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77840" y="11887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/appointments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11887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Patient → emails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417320"/>
            <a:ext cx="4114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4447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14447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GET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7784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/appointments/my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Patient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164592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6733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FEE2E2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16733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DELETE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57784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/appointments/:id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1520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Patient → email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1874520"/>
            <a:ext cx="4114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19019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BEAFE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19019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GET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57784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/appointments/doctor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1520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Doctor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210312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21305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BEAFE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21305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GET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57784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/appointments/all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Admin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2331720"/>
            <a:ext cx="4114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235915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FEE2E2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235915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PATCH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7784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/appointments/:id/status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1520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Doctor, Admin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" y="2880360"/>
            <a:ext cx="41148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28016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Endpoint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01752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Access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315468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318211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BEAFE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318211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GET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28016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/doctors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01752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Public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5760" y="3383280"/>
            <a:ext cx="4114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341071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BEAFE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341071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GET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28016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/doctors/:id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017520" y="338328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Public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65760" y="361188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363931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BEAFE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63931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GET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28016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/doctors/:id/slots?date=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01752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Public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3840480"/>
            <a:ext cx="4114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386791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DCFCE7"/>
          </a:solidFill>
          <a:ln/>
        </p:spPr>
      </p:sp>
      <p:sp>
        <p:nvSpPr>
          <p:cNvPr id="80" name="Text 78"/>
          <p:cNvSpPr/>
          <p:nvPr/>
        </p:nvSpPr>
        <p:spPr>
          <a:xfrm>
            <a:off x="457200" y="386791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</a:rPr>
              <a:t>POST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2801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/doctors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01752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Admin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65760" y="4069080"/>
            <a:ext cx="41148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" y="409651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FEE2E2"/>
          </a:solidFill>
          <a:ln/>
        </p:spPr>
      </p:sp>
      <p:sp>
        <p:nvSpPr>
          <p:cNvPr id="85" name="Text 83"/>
          <p:cNvSpPr/>
          <p:nvPr/>
        </p:nvSpPr>
        <p:spPr>
          <a:xfrm>
            <a:off x="457200" y="409651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PUT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28016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/doctors/:id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01752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Admin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65760" y="4297680"/>
            <a:ext cx="41148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7200" y="4325112"/>
            <a:ext cx="548640" cy="173736"/>
          </a:xfrm>
          <a:prstGeom prst="roundRect">
            <a:avLst>
              <a:gd name="adj" fmla="val 52632"/>
            </a:avLst>
          </a:prstGeom>
          <a:solidFill>
            <a:srgbClr val="FEE2E2"/>
          </a:solidFill>
          <a:ln/>
        </p:spPr>
      </p:sp>
      <p:sp>
        <p:nvSpPr>
          <p:cNvPr id="90" name="Text 88"/>
          <p:cNvSpPr/>
          <p:nvPr/>
        </p:nvSpPr>
        <p:spPr>
          <a:xfrm>
            <a:off x="457200" y="4325112"/>
            <a:ext cx="548640" cy="1737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DELETE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128016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/doctors/:id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01752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Admin (soft)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63440" y="2880360"/>
            <a:ext cx="41148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4" name="Text 92"/>
          <p:cNvSpPr/>
          <p:nvPr/>
        </p:nvSpPr>
        <p:spPr>
          <a:xfrm>
            <a:off x="466344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Response Format Standard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663440" y="3154680"/>
            <a:ext cx="411480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54880" y="32004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Success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"success": true,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 ... }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"success": false,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"Error detail" }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Accounts &amp; Credentials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caresync@gmail.com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Password: Admin@123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508760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Super Admin — created via node seed/seed.js — full system access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40233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ACCOUNTS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402336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rahul.sharma@gmail.com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rahul123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96896"/>
            <a:ext cx="20116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priya.nair@gmail.com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596896"/>
            <a:ext cx="12801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priya123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99232"/>
            <a:ext cx="402336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99232"/>
            <a:ext cx="20116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arun.kumar@gmail.com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2999232"/>
            <a:ext cx="12801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arun1234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01568"/>
            <a:ext cx="20116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sneha.reddy@gmail.com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3401568"/>
            <a:ext cx="12801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sneha123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03904"/>
            <a:ext cx="402336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803904"/>
            <a:ext cx="20116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amit.patel@gmail.com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3803904"/>
            <a:ext cx="128016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amit123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87452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874520"/>
            <a:ext cx="41148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 ACCOUNTS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194560"/>
            <a:ext cx="41148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rajesh.gupta@hospital.com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2194560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Cardiology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2194560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rajesh123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596896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596896"/>
            <a:ext cx="18288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sunita.rao@hospital.com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0" y="2596896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Neurology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2596896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sunita123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999232"/>
            <a:ext cx="41148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999232"/>
            <a:ext cx="18288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vikram.malhotra@hospital.com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2999232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Ortho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2999232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vikram123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401568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401568"/>
            <a:ext cx="18288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neha.sen@hospital.com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0" y="3401568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Pediatrics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80960" y="3401568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neha123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803904"/>
            <a:ext cx="411480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3803904"/>
            <a:ext cx="18288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anil.deshmukh@hospital.com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75120" y="3803904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Derma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80960" y="3803904"/>
            <a:ext cx="914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anil123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315968"/>
            <a:ext cx="8412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315968"/>
            <a:ext cx="8412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Run  node seed/seed.js  to create admin  •  Run  node seed/seed_custom.js  for all test data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CareSync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Hospital Appointment Booking System — v2.1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4231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</a:rPr>
              <a:t>React 18 + Vite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24231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</a:rPr>
              <a:t>Node.js + Express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24231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</a:rPr>
              <a:t>MongoDB Atlas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28803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</a:rPr>
              <a:t>JWT Auth + bcrypt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28803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</a:rPr>
              <a:t>Nodemailer v2.1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28803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DBFE"/>
                </a:solidFill>
              </a:rPr>
              <a:t>jsPDF Receipts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F2FE"/>
                </a:solidFill>
              </a:rPr>
              <a:t>Thank You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Built for seamless hospital appointment management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CareSync  •  caresync@gmail.com  •  Admin@123  •  React + Node.js + MongoDB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CareSync — Hospital Appointment Booking System</dc:title>
  <dc:subject>Full Stack Web Application</dc:subject>
  <dc:creator>CareSync Team</dc:creator>
  <cp:lastModifiedBy>CareSync Team</cp:lastModifiedBy>
  <cp:revision>1</cp:revision>
  <dcterms:created xsi:type="dcterms:W3CDTF">2026-06-23T08:36:11Z</dcterms:created>
  <dcterms:modified xsi:type="dcterms:W3CDTF">2026-06-23T08:36:11Z</dcterms:modified>
</cp:coreProperties>
</file>